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39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111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AI-Powered Development Assistant for Jira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7950" y="171420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Jira tickets into implemented code changes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28700"/>
            <a:ext cx="8127950" cy="130983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Developers spend time on repetitive coding tasks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Communication bottlenecks and unclear requirements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Development teams overwhelmed with backlog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Simple features take days to implement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that integrates into your Jira workflow: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39035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repositories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764804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clarifying questions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2139255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implementation plans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513707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working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2888159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pull requests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3300710"/>
            <a:ext cx="82905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</a:t>
            </a: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Assists, Humans Decide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50" y="3754636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deployments - every change reviewed by developers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Phase 1 -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creates Jira ticket → Mentions @claude → AI analyzes codebase → Posts clarifying 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63800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Questions: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2025253"/>
            <a:ext cx="8127950" cy="99506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this support existing users or only new registrations?"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happens if the API call fails?"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we add unit tests for this validation?"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Phase 2 - Planning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implementation plan → Posts to Jira → Developer reviews &amp; approves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39035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Includes: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777603"/>
            <a:ext cx="8127950" cy="130983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to modify/create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dependencies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complexity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Phase 3 -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feature branch → Implements code → Creates Pull Request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39035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777603"/>
            <a:ext cx="8127950" cy="130983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reviews code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run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quality gates enforced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merges PR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Control Guarantees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285095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tracked and auditable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28700"/>
            <a:ext cx="8127950" cy="162460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production access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repository access during analysis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only to feature branches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merge PRs (human-only)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API tokens managed securely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Platforms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54001"/>
            <a:ext cx="8290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+ Bitbucket + Jira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46030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→ AWS Lambda → Amazon SQS → Service → Bitbucket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872853"/>
            <a:ext cx="8290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+ Azure DevOps + Jira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279154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→ Azure Logic App → Service Bus → IIS Service → Azure DevOps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Customer: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403152"/>
            <a:ext cx="8127950" cy="162460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Manage repository access tokens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Map Jira components to repositories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Configure workflow preferences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View usage analytics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Manage API permissions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Development Teams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</a:t>
            </a: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60-80% faster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routine implementations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403152"/>
            <a:ext cx="8127950" cy="99506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complex, high-value work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code patterns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Product/Project Managers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28700"/>
            <a:ext cx="8127950" cy="130983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feature delivery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predictable timelines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requirement clarity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visibility into plans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Business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28700"/>
            <a:ext cx="8127950" cy="130983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development costs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time-to-market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developer onboarding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technical debt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(4-6 weeks)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Set up integration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39035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Process 5-10 real tickets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764804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Gather feedback and refine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2177355"/>
            <a:ext cx="8290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596455"/>
            <a:ext cx="8127950" cy="130983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reduction in ticket-to-PR time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 code approved without major changes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security incidents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proper review process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your development backlog by 60%+ while maintaining quality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403152"/>
            <a:ext cx="8127950" cy="132248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 proven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your current tools</a:t>
            </a:r>
            <a:endParaRPr lang="en-US" sz="1600" dirty="0"/>
          </a:p>
          <a:p>
            <a:pPr marL="158750" indent="-15875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maintain complete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3030141"/>
            <a:ext cx="8290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start with a pilot project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Assists, Humans Decide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1390352"/>
            <a:ext cx="8290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PR-Factory?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Bildspel på skärmen (16:9)</PresentationFormat>
  <Paragraphs>106</Paragraphs>
  <Slides>16</Slides>
  <Notes>16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1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AI-Powered Development Assistant for Jira</dc:title>
  <dc:subject>PptxGenJS Presentation</dc:subject>
  <dc:creator>PR Factory</dc:creator>
  <cp:lastModifiedBy>Mikael Liljedahl</cp:lastModifiedBy>
  <cp:revision>3</cp:revision>
  <dcterms:created xsi:type="dcterms:W3CDTF">2025-10-21T19:58:09Z</dcterms:created>
  <dcterms:modified xsi:type="dcterms:W3CDTF">2025-10-21T20:04:26Z</dcterms:modified>
</cp:coreProperties>
</file>